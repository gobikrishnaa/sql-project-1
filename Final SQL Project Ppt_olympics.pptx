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CC29ABC5-B98C-4CA7-B0D2-564179C71C3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FF99FCB-B92D-4382-9F8C-D3A0846690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Olympic Data Analysis</a:t>
            </a:r>
            <a:br>
              <a:rPr lang="en-US" b="1" dirty="0" smtClean="0"/>
            </a:br>
            <a:r>
              <a:rPr lang="en-US" sz="3100" dirty="0" smtClean="0"/>
              <a:t>SQL Project: Exploring Olympic Games Data Through Advanced Queries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By GOBIKRISHNAA S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Data Analytics(SQL) Project 2025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00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600200"/>
          </a:xfrm>
        </p:spPr>
        <p:txBody>
          <a:bodyPr/>
          <a:lstStyle/>
          <a:p>
            <a:r>
              <a:rPr lang="en-US" dirty="0"/>
              <a:t>Olympics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Athlete records from 1896 to </a:t>
            </a:r>
            <a:r>
              <a:rPr lang="en-US" dirty="0" smtClean="0">
                <a:solidFill>
                  <a:schemeClr val="tx1"/>
                </a:solidFill>
              </a:rPr>
              <a:t>2016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Has 70000 records(rows)</a:t>
            </a:r>
            <a:endParaRPr lang="en-US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Columns: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Name, Sex, Age, Height, Weight, Team, NOC,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     Games, Year, Season, City, Sport, Event, Medal.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</a:rPr>
              <a:t> Enables SQL analysis on: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   - Medal counts &amp; trends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   - Athlete demographics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   - Country </a:t>
            </a:r>
            <a:r>
              <a:rPr lang="en-US" dirty="0" smtClean="0">
                <a:solidFill>
                  <a:schemeClr val="tx1"/>
                </a:solidFill>
              </a:rPr>
              <a:t>performance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61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219200"/>
          </a:xfrm>
        </p:spPr>
        <p:txBody>
          <a:bodyPr/>
          <a:lstStyle/>
          <a:p>
            <a:r>
              <a:rPr lang="en-US" b="1" dirty="0" smtClean="0"/>
              <a:t>Project </a:t>
            </a:r>
            <a:r>
              <a:rPr lang="en-US" b="1" dirty="0"/>
              <a:t>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  <a:cs typeface="Times New Roman" pitchFamily="18" charset="0"/>
              </a:rPr>
              <a:t>Olympic </a:t>
            </a:r>
            <a:r>
              <a:rPr lang="en-US" b="1" dirty="0">
                <a:solidFill>
                  <a:schemeClr val="tx1"/>
                </a:solidFill>
                <a:cs typeface="Times New Roman" pitchFamily="18" charset="0"/>
              </a:rPr>
              <a:t>Dataset Analysis</a:t>
            </a:r>
          </a:p>
          <a:p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Comprehensive SQL analysis of Olympic Games data covering medal distributions, athlete performance, and country-wise statistics across multiple Olympic editions</a:t>
            </a:r>
            <a:r>
              <a:rPr lang="en-US" dirty="0" smtClean="0">
                <a:solidFill>
                  <a:schemeClr val="tx1"/>
                </a:solidFill>
                <a:cs typeface="Times New Roman" pitchFamily="18" charset="0"/>
              </a:rPr>
              <a:t>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50668" y="381000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Temporal Trends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Year-over-year growth, pre/post 2000 comparisons</a:t>
            </a:r>
            <a:endParaRPr lang="en-US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76600" y="3754850"/>
            <a:ext cx="228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Athlete Insights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Individual athlete performance, streaks, and demographic analysis</a:t>
            </a:r>
            <a:endParaRPr lang="en-US" dirty="0" smtClean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708682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Medal Analytics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Country-wise medal counts, gold medal trends, and performance analysis</a:t>
            </a:r>
            <a:endParaRPr lang="en-US" dirty="0" smtClean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68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Data Cleaning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Aggregations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Window Functions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Joins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Ranking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Trends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Country &amp; Athlete Analysis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• Medal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2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600200"/>
          </a:xfrm>
        </p:spPr>
        <p:txBody>
          <a:bodyPr/>
          <a:lstStyle/>
          <a:p>
            <a:r>
              <a:rPr lang="en-US" dirty="0"/>
              <a:t>Top 10 Countries by Total Medals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5" t="6195" r="15032"/>
          <a:stretch/>
        </p:blipFill>
        <p:spPr>
          <a:xfrm>
            <a:off x="381000" y="2311940"/>
            <a:ext cx="5771746" cy="441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52746" y="2398081"/>
            <a:ext cx="26864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USA (16%)</a:t>
            </a:r>
            <a:r>
              <a:rPr lang="en-US" dirty="0" smtClean="0">
                <a:latin typeface="+mj-lt"/>
              </a:rPr>
              <a:t> has the </a:t>
            </a:r>
            <a:r>
              <a:rPr lang="en-US" b="1" dirty="0" smtClean="0">
                <a:latin typeface="+mj-lt"/>
              </a:rPr>
              <a:t>largest share</a:t>
            </a:r>
            <a:r>
              <a:rPr lang="en-US" dirty="0" smtClean="0">
                <a:latin typeface="+mj-lt"/>
              </a:rPr>
              <a:t>, meaning it won the most medals.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France (15.1%)</a:t>
            </a:r>
            <a:r>
              <a:rPr lang="en-US" dirty="0" smtClean="0">
                <a:latin typeface="+mj-lt"/>
              </a:rPr>
              <a:t> and </a:t>
            </a:r>
            <a:r>
              <a:rPr lang="en-US" b="1" dirty="0" smtClean="0">
                <a:latin typeface="+mj-lt"/>
              </a:rPr>
              <a:t>Italy (12.8%)</a:t>
            </a:r>
            <a:r>
              <a:rPr lang="en-US" dirty="0" smtClean="0">
                <a:latin typeface="+mj-lt"/>
              </a:rPr>
              <a:t> are also strong performers.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UK (10.8%)</a:t>
            </a:r>
            <a:r>
              <a:rPr lang="en-US" dirty="0" smtClean="0">
                <a:latin typeface="+mj-lt"/>
              </a:rPr>
              <a:t> and </a:t>
            </a:r>
            <a:r>
              <a:rPr lang="en-US" b="1" dirty="0" smtClean="0">
                <a:latin typeface="+mj-lt"/>
              </a:rPr>
              <a:t>Germany (10.1%)</a:t>
            </a:r>
            <a:r>
              <a:rPr lang="en-US" dirty="0" smtClean="0">
                <a:latin typeface="+mj-lt"/>
              </a:rPr>
              <a:t> show consistent performance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152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600200"/>
          </a:xfrm>
        </p:spPr>
        <p:txBody>
          <a:bodyPr/>
          <a:lstStyle/>
          <a:p>
            <a:r>
              <a:rPr lang="en-US" dirty="0" smtClean="0"/>
              <a:t>No of athletes from each country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1247" r="839" b="2788"/>
          <a:stretch/>
        </p:blipFill>
        <p:spPr>
          <a:xfrm>
            <a:off x="304800" y="2133600"/>
            <a:ext cx="8534400" cy="4241261"/>
          </a:xfrm>
        </p:spPr>
      </p:pic>
    </p:spTree>
    <p:extLst>
      <p:ext uri="{BB962C8B-B14F-4D97-AF65-F5344CB8AC3E}">
        <p14:creationId xmlns:p14="http://schemas.microsoft.com/office/powerpoint/2010/main" val="137581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609600"/>
            <a:ext cx="8229600" cy="1600200"/>
          </a:xfrm>
        </p:spPr>
        <p:txBody>
          <a:bodyPr/>
          <a:lstStyle/>
          <a:p>
            <a:r>
              <a:rPr lang="en-US" dirty="0"/>
              <a:t>Medal trend pre/post 2000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066800"/>
            <a:ext cx="5943601" cy="5638800"/>
          </a:xfrm>
        </p:spPr>
      </p:pic>
      <p:sp>
        <p:nvSpPr>
          <p:cNvPr id="5" name="TextBox 4"/>
          <p:cNvSpPr txBox="1"/>
          <p:nvPr/>
        </p:nvSpPr>
        <p:spPr>
          <a:xfrm>
            <a:off x="6019800" y="2276272"/>
            <a:ext cx="2971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latin typeface="+mj-lt"/>
              </a:rPr>
              <a:t>USA and France</a:t>
            </a:r>
            <a:r>
              <a:rPr lang="en-US" dirty="0" smtClean="0">
                <a:latin typeface="+mj-lt"/>
              </a:rPr>
              <a:t> have very high medal counts in both periods, showing </a:t>
            </a:r>
            <a:r>
              <a:rPr lang="en-US" b="1" dirty="0" smtClean="0">
                <a:latin typeface="+mj-lt"/>
              </a:rPr>
              <a:t>consistent Olympic dominance</a:t>
            </a:r>
            <a:r>
              <a:rPr lang="en-US" dirty="0" smtClean="0">
                <a:latin typeface="+mj-lt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Some countries like </a:t>
            </a:r>
            <a:r>
              <a:rPr lang="en-US" b="1" dirty="0" smtClean="0">
                <a:latin typeface="+mj-lt"/>
              </a:rPr>
              <a:t>China</a:t>
            </a:r>
            <a:r>
              <a:rPr lang="en-US" dirty="0" smtClean="0">
                <a:latin typeface="+mj-lt"/>
              </a:rPr>
              <a:t> show </a:t>
            </a:r>
            <a:r>
              <a:rPr lang="en-US" b="1" dirty="0" smtClean="0">
                <a:latin typeface="+mj-lt"/>
              </a:rPr>
              <a:t>stable or slightly improved performance</a:t>
            </a:r>
            <a:r>
              <a:rPr lang="en-US" dirty="0" smtClean="0">
                <a:latin typeface="+mj-lt"/>
              </a:rPr>
              <a:t> after 2000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468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600200"/>
          </a:xfrm>
        </p:spPr>
        <p:txBody>
          <a:bodyPr/>
          <a:lstStyle/>
          <a:p>
            <a:r>
              <a:rPr lang="en-US" dirty="0" smtClean="0"/>
              <a:t>Youngest Gold Medalist</a:t>
            </a:r>
            <a:endParaRPr lang="en-US" dirty="0"/>
          </a:p>
        </p:txBody>
      </p:sp>
      <p:pic>
        <p:nvPicPr>
          <p:cNvPr id="1026" name="Picture 2" descr="D:\1.SQL\Olympics_dataset\Answer Tables\yong Gold Medalist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1"/>
            <a:ext cx="3276600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13051" y="2514600"/>
            <a:ext cx="4114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The youngest Olympic gold medalist in this dataset(from 1896 to 2016) is </a:t>
            </a:r>
            <a:r>
              <a:rPr lang="en-US" b="1" dirty="0" smtClean="0">
                <a:latin typeface="+mj-lt"/>
              </a:rPr>
              <a:t>Hans Bourquin.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He was just </a:t>
            </a:r>
            <a:r>
              <a:rPr lang="en-US" b="1" dirty="0" smtClean="0">
                <a:latin typeface="+mj-lt"/>
              </a:rPr>
              <a:t>13 years </a:t>
            </a:r>
            <a:r>
              <a:rPr lang="en-US" dirty="0" smtClean="0">
                <a:latin typeface="+mj-lt"/>
              </a:rPr>
              <a:t>old when he won a Gold medal.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He represented </a:t>
            </a:r>
            <a:r>
              <a:rPr lang="en-US" b="1" dirty="0" smtClean="0">
                <a:latin typeface="+mj-lt"/>
              </a:rPr>
              <a:t>Switzerland</a:t>
            </a:r>
            <a:r>
              <a:rPr lang="en-US" dirty="0" smtClean="0">
                <a:latin typeface="+mj-lt"/>
              </a:rPr>
              <a:t> and won the gold medal in the sport of Rowing.</a:t>
            </a:r>
            <a:endParaRPr lang="en-US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1644134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+mj-lt"/>
              </a:rPr>
              <a:t>Hans Bourquin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954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dirty="0" smtClean="0"/>
              <a:t>Oldest </a:t>
            </a:r>
            <a:r>
              <a:rPr lang="en-US" dirty="0"/>
              <a:t>Gold Medalist</a:t>
            </a:r>
          </a:p>
        </p:txBody>
      </p:sp>
      <p:pic>
        <p:nvPicPr>
          <p:cNvPr id="2050" name="Picture 2" descr="D:\1.SQL\Olympics_dataset\Answer Tables\oldest Gold Medalist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1"/>
          <a:stretch/>
        </p:blipFill>
        <p:spPr bwMode="auto">
          <a:xfrm>
            <a:off x="705255" y="2281136"/>
            <a:ext cx="4116651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0600" y="1676400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Everard Coenraad </a:t>
            </a:r>
            <a:r>
              <a:rPr lang="en-US" sz="2400" b="1" dirty="0" smtClean="0">
                <a:latin typeface="+mj-lt"/>
              </a:rPr>
              <a:t>Endt</a:t>
            </a:r>
            <a:endParaRPr lang="en-US" sz="24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1600" y="2286000"/>
            <a:ext cx="365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The oldest Olympic gold medalist in this dataset is </a:t>
            </a:r>
            <a:r>
              <a:rPr lang="en-US" b="1" dirty="0" smtClean="0">
                <a:latin typeface="+mj-lt"/>
              </a:rPr>
              <a:t>Everard Coenraad Endt.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He won a Gold medal at the </a:t>
            </a:r>
            <a:r>
              <a:rPr lang="en-US" b="1" dirty="0" smtClean="0">
                <a:latin typeface="+mj-lt"/>
              </a:rPr>
              <a:t>age of 59</a:t>
            </a:r>
            <a:r>
              <a:rPr lang="en-US" dirty="0" smtClean="0">
                <a:latin typeface="+mj-lt"/>
              </a:rPr>
              <a:t>, representing the United States of America.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He achieved this victory in the sport of </a:t>
            </a:r>
            <a:r>
              <a:rPr lang="en-US" b="1" dirty="0" smtClean="0">
                <a:latin typeface="+mj-lt"/>
              </a:rPr>
              <a:t>Sailing</a:t>
            </a:r>
            <a:endParaRPr 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343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Countries </a:t>
            </a:r>
            <a:r>
              <a:rPr lang="en-US" sz="4400" dirty="0"/>
              <a:t>that won medals in every Olympic year</a:t>
            </a:r>
          </a:p>
        </p:txBody>
      </p:sp>
      <p:pic>
        <p:nvPicPr>
          <p:cNvPr id="3074" name="Picture 2" descr="D:\1.SQL\Olympics_dataset\Answer Tables\top 3 medal countries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97"/>
          <a:stretch/>
        </p:blipFill>
        <p:spPr bwMode="auto">
          <a:xfrm>
            <a:off x="533400" y="1905000"/>
            <a:ext cx="4854101" cy="432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06374" y="2133600"/>
            <a:ext cx="3276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USA</a:t>
            </a:r>
            <a:r>
              <a:rPr lang="en-US" dirty="0" smtClean="0"/>
              <a:t> has the </a:t>
            </a:r>
            <a:r>
              <a:rPr lang="en-US" b="1" dirty="0" smtClean="0"/>
              <a:t>highest total medal count</a:t>
            </a:r>
            <a:r>
              <a:rPr lang="en-US" dirty="0" smtClean="0"/>
              <a:t>, showing long-term Olympic dominance.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France</a:t>
            </a:r>
            <a:r>
              <a:rPr lang="en-US" dirty="0" smtClean="0"/>
              <a:t> is the </a:t>
            </a:r>
            <a:r>
              <a:rPr lang="en-US" b="1" dirty="0" smtClean="0"/>
              <a:t>second highest</a:t>
            </a:r>
            <a:r>
              <a:rPr lang="en-US" dirty="0" smtClean="0"/>
              <a:t>, with medal performance close to the USA.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UK</a:t>
            </a:r>
            <a:r>
              <a:rPr lang="en-US" dirty="0" smtClean="0"/>
              <a:t> ranks </a:t>
            </a:r>
            <a:r>
              <a:rPr lang="en-US" b="1" dirty="0" smtClean="0"/>
              <a:t>third</a:t>
            </a:r>
            <a:r>
              <a:rPr lang="en-US" dirty="0" smtClean="0"/>
              <a:t>, with fewer medals compared to USA and France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7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Top 10 Sports with 100+ Countries Participation</a:t>
            </a:r>
            <a:endParaRPr lang="en-US" sz="4800" dirty="0"/>
          </a:p>
        </p:txBody>
      </p:sp>
      <p:pic>
        <p:nvPicPr>
          <p:cNvPr id="4098" name="Picture 2" descr="D:\1.SQL\Olympics_dataset\Answer Tables\countries in each sport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512724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98787" y="2667000"/>
            <a:ext cx="320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These are the sports that have the widest global participation in the Olympic </a:t>
            </a:r>
            <a:r>
              <a:rPr lang="en-US" dirty="0" smtClean="0"/>
              <a:t>dataset.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Athletics leads with 198 countries Participating in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3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371600"/>
          </a:xfrm>
        </p:spPr>
        <p:txBody>
          <a:bodyPr/>
          <a:lstStyle/>
          <a:p>
            <a:r>
              <a:rPr lang="en-US" sz="4000" dirty="0" smtClean="0"/>
              <a:t>Olympic Boxing Participation and Growth Year by Year(1904-2016)</a:t>
            </a:r>
            <a:endParaRPr lang="en-US" sz="4000" dirty="0"/>
          </a:p>
        </p:txBody>
      </p:sp>
      <p:pic>
        <p:nvPicPr>
          <p:cNvPr id="5122" name="Picture 2" descr="D:\1.SQL\Olympics_dataset\Answer Tables\olympic_boxing_chart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3" t="11070" r="3859"/>
          <a:stretch/>
        </p:blipFill>
        <p:spPr bwMode="auto">
          <a:xfrm>
            <a:off x="228600" y="2133600"/>
            <a:ext cx="5867400" cy="433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05728" y="2362200"/>
            <a:ext cx="28372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This graph shows the participation in boxing changed over years.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Participation peaked in 1988 with 114 athletes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Growth peaked in 1960 with 49 athletes compared to previous year(1956).</a:t>
            </a:r>
          </a:p>
        </p:txBody>
      </p:sp>
    </p:spTree>
    <p:extLst>
      <p:ext uri="{BB962C8B-B14F-4D97-AF65-F5344CB8AC3E}">
        <p14:creationId xmlns:p14="http://schemas.microsoft.com/office/powerpoint/2010/main" val="310919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Through this project I demonstrated real-world SQL skills such as joins, CTEs, Window functions Trend Analysis, Ranking logic,…Etc., from base level to Advanced level Queries.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This Project showcases My ability to analyze large datasets and extract meaningful insights.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25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3324</TotalTime>
  <Words>451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Executive</vt:lpstr>
      <vt:lpstr>Olympic Data Analysis SQL Project: Exploring Olympic Games Data Through Advanced Queries </vt:lpstr>
      <vt:lpstr>Olympics Dataset Overview</vt:lpstr>
      <vt:lpstr>Project Overview </vt:lpstr>
      <vt:lpstr>Contents</vt:lpstr>
      <vt:lpstr>Top 10 Countries by Total Medals</vt:lpstr>
      <vt:lpstr>No of athletes from each country</vt:lpstr>
      <vt:lpstr>Medal trend pre/post 2000</vt:lpstr>
      <vt:lpstr>Youngest Gold Medalist</vt:lpstr>
      <vt:lpstr>Oldest Gold Medalist</vt:lpstr>
      <vt:lpstr>Countries that won medals in every Olympic year</vt:lpstr>
      <vt:lpstr>Top 10 Sports with 100+ Countries Participation</vt:lpstr>
      <vt:lpstr>Olympic Boxing Participation and Growth Year by Year(1904-2016)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Data Analysis SQL Project: Exploring Olympic Games Data Through Advanced Queries</dc:title>
  <dc:creator>dell</dc:creator>
  <cp:lastModifiedBy>dell</cp:lastModifiedBy>
  <cp:revision>19</cp:revision>
  <dcterms:created xsi:type="dcterms:W3CDTF">2025-12-23T11:07:02Z</dcterms:created>
  <dcterms:modified xsi:type="dcterms:W3CDTF">2025-12-25T18:31:46Z</dcterms:modified>
</cp:coreProperties>
</file>